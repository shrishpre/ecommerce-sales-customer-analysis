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DB716-C598-48CE-843F-C69AA4DDE320}" v="159" dt="2026-02-16T16:00:37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i jain" userId="1c1afa8b1c96db95" providerId="LiveId" clId="{F9950CC9-B706-42CD-AF03-75179904CCAE}"/>
    <pc:docChg chg="undo custSel addSld delSld modSld">
      <pc:chgData name="shri jain" userId="1c1afa8b1c96db95" providerId="LiveId" clId="{F9950CC9-B706-42CD-AF03-75179904CCAE}" dt="2026-02-16T16:00:37.189" v="570"/>
      <pc:docMkLst>
        <pc:docMk/>
      </pc:docMkLst>
      <pc:sldChg chg="modSp mod modTransition">
        <pc:chgData name="shri jain" userId="1c1afa8b1c96db95" providerId="LiveId" clId="{F9950CC9-B706-42CD-AF03-75179904CCAE}" dt="2026-02-14T20:33:45.006" v="534"/>
        <pc:sldMkLst>
          <pc:docMk/>
          <pc:sldMk cId="55223178" sldId="256"/>
        </pc:sldMkLst>
        <pc:spChg chg="mod">
          <ac:chgData name="shri jain" userId="1c1afa8b1c96db95" providerId="LiveId" clId="{F9950CC9-B706-42CD-AF03-75179904CCAE}" dt="2026-02-14T17:56:51.624" v="413" actId="403"/>
          <ac:spMkLst>
            <pc:docMk/>
            <pc:sldMk cId="55223178" sldId="256"/>
            <ac:spMk id="2" creationId="{2D17EA32-23DA-CEA4-621A-E635FDEDA734}"/>
          </ac:spMkLst>
        </pc:spChg>
        <pc:spChg chg="mod">
          <ac:chgData name="shri jain" userId="1c1afa8b1c96db95" providerId="LiveId" clId="{F9950CC9-B706-42CD-AF03-75179904CCAE}" dt="2026-02-14T17:57:05.677" v="415" actId="20577"/>
          <ac:spMkLst>
            <pc:docMk/>
            <pc:sldMk cId="55223178" sldId="256"/>
            <ac:spMk id="3" creationId="{35342E6A-DDB2-2EC2-B6E7-C4306C09B216}"/>
          </ac:spMkLst>
        </pc:spChg>
      </pc:sldChg>
      <pc:sldChg chg="modSp mod modTransition">
        <pc:chgData name="shri jain" userId="1c1afa8b1c96db95" providerId="LiveId" clId="{F9950CC9-B706-42CD-AF03-75179904CCAE}" dt="2026-02-14T17:56:45.691" v="412" actId="403"/>
        <pc:sldMkLst>
          <pc:docMk/>
          <pc:sldMk cId="4239753793" sldId="257"/>
        </pc:sldMkLst>
        <pc:spChg chg="mod">
          <ac:chgData name="shri jain" userId="1c1afa8b1c96db95" providerId="LiveId" clId="{F9950CC9-B706-42CD-AF03-75179904CCAE}" dt="2026-02-14T17:56:41.238" v="411" actId="403"/>
          <ac:spMkLst>
            <pc:docMk/>
            <pc:sldMk cId="4239753793" sldId="257"/>
            <ac:spMk id="2" creationId="{F162AF1F-090B-897E-8BB4-34207139D5D3}"/>
          </ac:spMkLst>
        </pc:spChg>
        <pc:spChg chg="mod">
          <ac:chgData name="shri jain" userId="1c1afa8b1c96db95" providerId="LiveId" clId="{F9950CC9-B706-42CD-AF03-75179904CCAE}" dt="2026-02-14T17:56:45.691" v="412" actId="403"/>
          <ac:spMkLst>
            <pc:docMk/>
            <pc:sldMk cId="4239753793" sldId="257"/>
            <ac:spMk id="3" creationId="{A4A4E859-C1A8-8224-6769-194014F8BF38}"/>
          </ac:spMkLst>
        </pc:spChg>
      </pc:sldChg>
      <pc:sldChg chg="modSp mod modTransition">
        <pc:chgData name="shri jain" userId="1c1afa8b1c96db95" providerId="LiveId" clId="{F9950CC9-B706-42CD-AF03-75179904CCAE}" dt="2026-02-14T17:56:35.385" v="410" actId="403"/>
        <pc:sldMkLst>
          <pc:docMk/>
          <pc:sldMk cId="2591603154" sldId="258"/>
        </pc:sldMkLst>
        <pc:spChg chg="mod">
          <ac:chgData name="shri jain" userId="1c1afa8b1c96db95" providerId="LiveId" clId="{F9950CC9-B706-42CD-AF03-75179904CCAE}" dt="2026-02-14T17:56:35.385" v="410" actId="403"/>
          <ac:spMkLst>
            <pc:docMk/>
            <pc:sldMk cId="2591603154" sldId="258"/>
            <ac:spMk id="2" creationId="{7797FB58-183E-FCE5-0FFF-3A1F126A6F52}"/>
          </ac:spMkLst>
        </pc:spChg>
        <pc:spChg chg="mod">
          <ac:chgData name="shri jain" userId="1c1afa8b1c96db95" providerId="LiveId" clId="{F9950CC9-B706-42CD-AF03-75179904CCAE}" dt="2026-02-14T17:56:31.282" v="409" actId="403"/>
          <ac:spMkLst>
            <pc:docMk/>
            <pc:sldMk cId="2591603154" sldId="258"/>
            <ac:spMk id="3" creationId="{83E973A9-5683-687F-AFDD-F489CD766FD4}"/>
          </ac:spMkLst>
        </pc:spChg>
      </pc:sldChg>
      <pc:sldChg chg="modSp mod modTransition">
        <pc:chgData name="shri jain" userId="1c1afa8b1c96db95" providerId="LiveId" clId="{F9950CC9-B706-42CD-AF03-75179904CCAE}" dt="2026-02-14T17:56:21.984" v="408" actId="403"/>
        <pc:sldMkLst>
          <pc:docMk/>
          <pc:sldMk cId="369821639" sldId="259"/>
        </pc:sldMkLst>
        <pc:spChg chg="mod">
          <ac:chgData name="shri jain" userId="1c1afa8b1c96db95" providerId="LiveId" clId="{F9950CC9-B706-42CD-AF03-75179904CCAE}" dt="2026-02-14T17:56:12.661" v="405" actId="403"/>
          <ac:spMkLst>
            <pc:docMk/>
            <pc:sldMk cId="369821639" sldId="259"/>
            <ac:spMk id="2" creationId="{615FB24F-99B9-BE1B-1E69-60EF98440868}"/>
          </ac:spMkLst>
        </pc:spChg>
        <pc:spChg chg="mod">
          <ac:chgData name="shri jain" userId="1c1afa8b1c96db95" providerId="LiveId" clId="{F9950CC9-B706-42CD-AF03-75179904CCAE}" dt="2026-02-14T17:56:21.984" v="408" actId="403"/>
          <ac:spMkLst>
            <pc:docMk/>
            <pc:sldMk cId="369821639" sldId="259"/>
            <ac:spMk id="3" creationId="{1A0E298B-9A94-0F0E-898B-54DC08B108D1}"/>
          </ac:spMkLst>
        </pc:spChg>
      </pc:sldChg>
      <pc:sldChg chg="modSp new mod modTransition">
        <pc:chgData name="shri jain" userId="1c1afa8b1c96db95" providerId="LiveId" clId="{F9950CC9-B706-42CD-AF03-75179904CCAE}" dt="2026-02-14T17:56:01.720" v="404" actId="27636"/>
        <pc:sldMkLst>
          <pc:docMk/>
          <pc:sldMk cId="762841075" sldId="260"/>
        </pc:sldMkLst>
        <pc:spChg chg="mod">
          <ac:chgData name="shri jain" userId="1c1afa8b1c96db95" providerId="LiveId" clId="{F9950CC9-B706-42CD-AF03-75179904CCAE}" dt="2026-02-14T17:55:52.328" v="399" actId="403"/>
          <ac:spMkLst>
            <pc:docMk/>
            <pc:sldMk cId="762841075" sldId="260"/>
            <ac:spMk id="2" creationId="{0AD3D69C-202C-E33E-3E7D-A44DE9FA7C7B}"/>
          </ac:spMkLst>
        </pc:spChg>
        <pc:spChg chg="mod">
          <ac:chgData name="shri jain" userId="1c1afa8b1c96db95" providerId="LiveId" clId="{F9950CC9-B706-42CD-AF03-75179904CCAE}" dt="2026-02-14T17:56:01.720" v="404" actId="27636"/>
          <ac:spMkLst>
            <pc:docMk/>
            <pc:sldMk cId="762841075" sldId="260"/>
            <ac:spMk id="3" creationId="{EDC15541-A10B-93D0-D07B-A20DFBDC4723}"/>
          </ac:spMkLst>
        </pc:spChg>
      </pc:sldChg>
      <pc:sldChg chg="addSp delSp modSp new mod modTransition">
        <pc:chgData name="shri jain" userId="1c1afa8b1c96db95" providerId="LiveId" clId="{F9950CC9-B706-42CD-AF03-75179904CCAE}" dt="2026-02-16T15:58:00.081" v="548" actId="14100"/>
        <pc:sldMkLst>
          <pc:docMk/>
          <pc:sldMk cId="367405057" sldId="261"/>
        </pc:sldMkLst>
        <pc:spChg chg="mod">
          <ac:chgData name="shri jain" userId="1c1afa8b1c96db95" providerId="LiveId" clId="{F9950CC9-B706-42CD-AF03-75179904CCAE}" dt="2026-02-14T17:27:33.131" v="143" actId="27636"/>
          <ac:spMkLst>
            <pc:docMk/>
            <pc:sldMk cId="367405057" sldId="261"/>
            <ac:spMk id="2" creationId="{863B7D53-8EF9-E87B-ED67-FEB592028C3E}"/>
          </ac:spMkLst>
        </pc:spChg>
        <pc:spChg chg="add mod">
          <ac:chgData name="shri jain" userId="1c1afa8b1c96db95" providerId="LiveId" clId="{F9950CC9-B706-42CD-AF03-75179904CCAE}" dt="2026-02-14T17:43:25.472" v="287"/>
          <ac:spMkLst>
            <pc:docMk/>
            <pc:sldMk cId="367405057" sldId="261"/>
            <ac:spMk id="11" creationId="{49413119-73AA-5E0F-6FEC-C1C9FDD79A46}"/>
          </ac:spMkLst>
        </pc:spChg>
        <pc:picChg chg="add mod">
          <ac:chgData name="shri jain" userId="1c1afa8b1c96db95" providerId="LiveId" clId="{F9950CC9-B706-42CD-AF03-75179904CCAE}" dt="2026-02-16T15:58:00.081" v="548" actId="14100"/>
          <ac:picMkLst>
            <pc:docMk/>
            <pc:sldMk cId="367405057" sldId="261"/>
            <ac:picMk id="4" creationId="{FBF11689-2B44-ED1E-C2C6-F83FCCDC44BD}"/>
          </ac:picMkLst>
        </pc:picChg>
        <pc:picChg chg="add del mod">
          <ac:chgData name="shri jain" userId="1c1afa8b1c96db95" providerId="LiveId" clId="{F9950CC9-B706-42CD-AF03-75179904CCAE}" dt="2026-02-16T15:57:49.820" v="542" actId="478"/>
          <ac:picMkLst>
            <pc:docMk/>
            <pc:sldMk cId="367405057" sldId="261"/>
            <ac:picMk id="13" creationId="{BBAA4859-66C6-9BA5-9529-E6E2B5722BF3}"/>
          </ac:picMkLst>
        </pc:picChg>
      </pc:sldChg>
      <pc:sldChg chg="addSp delSp modSp new mod modTransition">
        <pc:chgData name="shri jain" userId="1c1afa8b1c96db95" providerId="LiveId" clId="{F9950CC9-B706-42CD-AF03-75179904CCAE}" dt="2026-02-16T15:58:35.115" v="559" actId="14100"/>
        <pc:sldMkLst>
          <pc:docMk/>
          <pc:sldMk cId="440924856" sldId="262"/>
        </pc:sldMkLst>
        <pc:spChg chg="mod">
          <ac:chgData name="shri jain" userId="1c1afa8b1c96db95" providerId="LiveId" clId="{F9950CC9-B706-42CD-AF03-75179904CCAE}" dt="2026-02-14T17:37:46.204" v="237" actId="14100"/>
          <ac:spMkLst>
            <pc:docMk/>
            <pc:sldMk cId="440924856" sldId="262"/>
            <ac:spMk id="2" creationId="{53180D5F-F390-30BC-A1DB-BE9C9651D50B}"/>
          </ac:spMkLst>
        </pc:spChg>
        <pc:spChg chg="mod">
          <ac:chgData name="shri jain" userId="1c1afa8b1c96db95" providerId="LiveId" clId="{F9950CC9-B706-42CD-AF03-75179904CCAE}" dt="2026-02-16T15:58:23.442" v="556" actId="27636"/>
          <ac:spMkLst>
            <pc:docMk/>
            <pc:sldMk cId="440924856" sldId="262"/>
            <ac:spMk id="3" creationId="{9F96F209-C5ED-ED2E-3717-1148E876DFAF}"/>
          </ac:spMkLst>
        </pc:spChg>
        <pc:picChg chg="add del mod">
          <ac:chgData name="shri jain" userId="1c1afa8b1c96db95" providerId="LiveId" clId="{F9950CC9-B706-42CD-AF03-75179904CCAE}" dt="2026-02-16T15:57:22.312" v="541" actId="478"/>
          <ac:picMkLst>
            <pc:docMk/>
            <pc:sldMk cId="440924856" sldId="262"/>
            <ac:picMk id="5" creationId="{BD7EE59A-A26F-194A-C3A7-5891EE9B1ABF}"/>
          </ac:picMkLst>
        </pc:picChg>
        <pc:picChg chg="add mod">
          <ac:chgData name="shri jain" userId="1c1afa8b1c96db95" providerId="LiveId" clId="{F9950CC9-B706-42CD-AF03-75179904CCAE}" dt="2026-02-16T15:58:35.115" v="559" actId="14100"/>
          <ac:picMkLst>
            <pc:docMk/>
            <pc:sldMk cId="440924856" sldId="262"/>
            <ac:picMk id="6" creationId="{D72F53E9-95E2-A0E6-E35D-3D07DA518C38}"/>
          </ac:picMkLst>
        </pc:picChg>
      </pc:sldChg>
      <pc:sldChg chg="addSp delSp modSp new mod modTransition">
        <pc:chgData name="shri jain" userId="1c1afa8b1c96db95" providerId="LiveId" clId="{F9950CC9-B706-42CD-AF03-75179904CCAE}" dt="2026-02-16T15:59:21.615" v="566" actId="1076"/>
        <pc:sldMkLst>
          <pc:docMk/>
          <pc:sldMk cId="3191786088" sldId="263"/>
        </pc:sldMkLst>
        <pc:spChg chg="mod">
          <ac:chgData name="shri jain" userId="1c1afa8b1c96db95" providerId="LiveId" clId="{F9950CC9-B706-42CD-AF03-75179904CCAE}" dt="2026-02-14T17:39:08.412" v="251" actId="27636"/>
          <ac:spMkLst>
            <pc:docMk/>
            <pc:sldMk cId="3191786088" sldId="263"/>
            <ac:spMk id="2" creationId="{EB0955C7-D019-BA37-3717-8DD22ACC60A8}"/>
          </ac:spMkLst>
        </pc:spChg>
        <pc:spChg chg="mod">
          <ac:chgData name="shri jain" userId="1c1afa8b1c96db95" providerId="LiveId" clId="{F9950CC9-B706-42CD-AF03-75179904CCAE}" dt="2026-02-14T17:43:44.657" v="288"/>
          <ac:spMkLst>
            <pc:docMk/>
            <pc:sldMk cId="3191786088" sldId="263"/>
            <ac:spMk id="3" creationId="{B6DC6F34-68C7-FD39-ADE7-AD23785F81BD}"/>
          </ac:spMkLst>
        </pc:spChg>
        <pc:picChg chg="add del mod">
          <ac:chgData name="shri jain" userId="1c1afa8b1c96db95" providerId="LiveId" clId="{F9950CC9-B706-42CD-AF03-75179904CCAE}" dt="2026-02-16T15:59:10.704" v="560" actId="478"/>
          <ac:picMkLst>
            <pc:docMk/>
            <pc:sldMk cId="3191786088" sldId="263"/>
            <ac:picMk id="5" creationId="{2CB56420-F6D9-B391-BD24-66BE6BEB5A8B}"/>
          </ac:picMkLst>
        </pc:picChg>
        <pc:picChg chg="add mod">
          <ac:chgData name="shri jain" userId="1c1afa8b1c96db95" providerId="LiveId" clId="{F9950CC9-B706-42CD-AF03-75179904CCAE}" dt="2026-02-16T15:59:21.615" v="566" actId="1076"/>
          <ac:picMkLst>
            <pc:docMk/>
            <pc:sldMk cId="3191786088" sldId="263"/>
            <ac:picMk id="6" creationId="{B9344A8E-1E1E-6450-5C2A-8DEA326D67B7}"/>
          </ac:picMkLst>
        </pc:picChg>
      </pc:sldChg>
      <pc:sldChg chg="modSp new mod modTransition">
        <pc:chgData name="shri jain" userId="1c1afa8b1c96db95" providerId="LiveId" clId="{F9950CC9-B706-42CD-AF03-75179904CCAE}" dt="2026-02-16T16:00:04.622" v="569" actId="20577"/>
        <pc:sldMkLst>
          <pc:docMk/>
          <pc:sldMk cId="2576839733" sldId="264"/>
        </pc:sldMkLst>
        <pc:spChg chg="mod">
          <ac:chgData name="shri jain" userId="1c1afa8b1c96db95" providerId="LiveId" clId="{F9950CC9-B706-42CD-AF03-75179904CCAE}" dt="2026-02-14T17:55:34.775" v="398" actId="404"/>
          <ac:spMkLst>
            <pc:docMk/>
            <pc:sldMk cId="2576839733" sldId="264"/>
            <ac:spMk id="2" creationId="{103B1597-5FE7-A78E-71EB-79E75715F52F}"/>
          </ac:spMkLst>
        </pc:spChg>
        <pc:spChg chg="mod">
          <ac:chgData name="shri jain" userId="1c1afa8b1c96db95" providerId="LiveId" clId="{F9950CC9-B706-42CD-AF03-75179904CCAE}" dt="2026-02-16T16:00:04.622" v="569" actId="20577"/>
          <ac:spMkLst>
            <pc:docMk/>
            <pc:sldMk cId="2576839733" sldId="264"/>
            <ac:spMk id="3" creationId="{E5EB4A1A-2280-0F09-5365-0506F5F026BD}"/>
          </ac:spMkLst>
        </pc:spChg>
      </pc:sldChg>
      <pc:sldChg chg="modSp new mod modTransition">
        <pc:chgData name="shri jain" userId="1c1afa8b1c96db95" providerId="LiveId" clId="{F9950CC9-B706-42CD-AF03-75179904CCAE}" dt="2026-02-14T18:05:47.285" v="470"/>
        <pc:sldMkLst>
          <pc:docMk/>
          <pc:sldMk cId="2485592682" sldId="265"/>
        </pc:sldMkLst>
        <pc:spChg chg="mod">
          <ac:chgData name="shri jain" userId="1c1afa8b1c96db95" providerId="LiveId" clId="{F9950CC9-B706-42CD-AF03-75179904CCAE}" dt="2026-02-14T17:53:11.345" v="369"/>
          <ac:spMkLst>
            <pc:docMk/>
            <pc:sldMk cId="2485592682" sldId="265"/>
            <ac:spMk id="2" creationId="{FCA446D2-C5BC-D463-5CA8-A48F25DDE978}"/>
          </ac:spMkLst>
        </pc:spChg>
        <pc:spChg chg="mod">
          <ac:chgData name="shri jain" userId="1c1afa8b1c96db95" providerId="LiveId" clId="{F9950CC9-B706-42CD-AF03-75179904CCAE}" dt="2026-02-14T17:54:56.245" v="388" actId="403"/>
          <ac:spMkLst>
            <pc:docMk/>
            <pc:sldMk cId="2485592682" sldId="265"/>
            <ac:spMk id="3" creationId="{16C7566B-B79B-77EC-DA04-4CD53B15AC6F}"/>
          </ac:spMkLst>
        </pc:spChg>
      </pc:sldChg>
      <pc:sldChg chg="modSp new mod modTransition">
        <pc:chgData name="shri jain" userId="1c1afa8b1c96db95" providerId="LiveId" clId="{F9950CC9-B706-42CD-AF03-75179904CCAE}" dt="2026-02-16T15:56:43.826" v="535" actId="20577"/>
        <pc:sldMkLst>
          <pc:docMk/>
          <pc:sldMk cId="195419178" sldId="266"/>
        </pc:sldMkLst>
        <pc:spChg chg="mod">
          <ac:chgData name="shri jain" userId="1c1afa8b1c96db95" providerId="LiveId" clId="{F9950CC9-B706-42CD-AF03-75179904CCAE}" dt="2026-02-14T17:59:00.458" v="431" actId="403"/>
          <ac:spMkLst>
            <pc:docMk/>
            <pc:sldMk cId="195419178" sldId="266"/>
            <ac:spMk id="2" creationId="{41787F31-84F6-31F0-7272-EF1DAA4C0D78}"/>
          </ac:spMkLst>
        </pc:spChg>
        <pc:spChg chg="mod">
          <ac:chgData name="shri jain" userId="1c1afa8b1c96db95" providerId="LiveId" clId="{F9950CC9-B706-42CD-AF03-75179904CCAE}" dt="2026-02-16T15:56:43.826" v="535" actId="20577"/>
          <ac:spMkLst>
            <pc:docMk/>
            <pc:sldMk cId="195419178" sldId="266"/>
            <ac:spMk id="3" creationId="{8C761A3F-12DD-51AF-E754-2F9F90E43FC8}"/>
          </ac:spMkLst>
        </pc:spChg>
      </pc:sldChg>
      <pc:sldChg chg="modSp new mod modTransition">
        <pc:chgData name="shri jain" userId="1c1afa8b1c96db95" providerId="LiveId" clId="{F9950CC9-B706-42CD-AF03-75179904CCAE}" dt="2026-02-16T16:00:37.189" v="570"/>
        <pc:sldMkLst>
          <pc:docMk/>
          <pc:sldMk cId="4146645846" sldId="267"/>
        </pc:sldMkLst>
        <pc:spChg chg="mod">
          <ac:chgData name="shri jain" userId="1c1afa8b1c96db95" providerId="LiveId" clId="{F9950CC9-B706-42CD-AF03-75179904CCAE}" dt="2026-02-14T17:59:49.614" v="434" actId="403"/>
          <ac:spMkLst>
            <pc:docMk/>
            <pc:sldMk cId="4146645846" sldId="267"/>
            <ac:spMk id="2" creationId="{59BA59A4-7606-D8D9-1EF5-40120F92CC70}"/>
          </ac:spMkLst>
        </pc:spChg>
        <pc:spChg chg="mod">
          <ac:chgData name="shri jain" userId="1c1afa8b1c96db95" providerId="LiveId" clId="{F9950CC9-B706-42CD-AF03-75179904CCAE}" dt="2026-02-16T16:00:37.189" v="570"/>
          <ac:spMkLst>
            <pc:docMk/>
            <pc:sldMk cId="4146645846" sldId="267"/>
            <ac:spMk id="3" creationId="{7E832EA9-2001-00A5-05B0-5E2F7DDA5AF6}"/>
          </ac:spMkLst>
        </pc:spChg>
      </pc:sldChg>
      <pc:sldChg chg="addSp delSp modSp new mod modTransition">
        <pc:chgData name="shri jain" userId="1c1afa8b1c96db95" providerId="LiveId" clId="{F9950CC9-B706-42CD-AF03-75179904CCAE}" dt="2026-02-14T20:32:48.883" v="522" actId="404"/>
        <pc:sldMkLst>
          <pc:docMk/>
          <pc:sldMk cId="2749388039" sldId="268"/>
        </pc:sldMkLst>
        <pc:spChg chg="mod">
          <ac:chgData name="shri jain" userId="1c1afa8b1c96db95" providerId="LiveId" clId="{F9950CC9-B706-42CD-AF03-75179904CCAE}" dt="2026-02-14T18:04:08.370" v="465" actId="207"/>
          <ac:spMkLst>
            <pc:docMk/>
            <pc:sldMk cId="2749388039" sldId="268"/>
            <ac:spMk id="2" creationId="{2FC81C3A-4685-021D-166F-2CB99AC5F80B}"/>
          </ac:spMkLst>
        </pc:spChg>
        <pc:spChg chg="add mod">
          <ac:chgData name="shri jain" userId="1c1afa8b1c96db95" providerId="LiveId" clId="{F9950CC9-B706-42CD-AF03-75179904CCAE}" dt="2026-02-14T20:32:48.883" v="522" actId="404"/>
          <ac:spMkLst>
            <pc:docMk/>
            <pc:sldMk cId="2749388039" sldId="268"/>
            <ac:spMk id="4" creationId="{946E1637-A57C-7378-D135-B52199A1853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9428-4384-4267-94FF-F5C374EA668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F2FA-ADA2-4495-834A-686022A7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858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9428-4384-4267-94FF-F5C374EA668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F2FA-ADA2-4495-834A-686022A7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329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9428-4384-4267-94FF-F5C374EA668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F2FA-ADA2-4495-834A-686022A7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239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9428-4384-4267-94FF-F5C374EA668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F2FA-ADA2-4495-834A-686022A7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715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9428-4384-4267-94FF-F5C374EA668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F2FA-ADA2-4495-834A-686022A7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11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9428-4384-4267-94FF-F5C374EA668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F2FA-ADA2-4495-834A-686022A7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16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9428-4384-4267-94FF-F5C374EA668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F2FA-ADA2-4495-834A-686022A7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8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9428-4384-4267-94FF-F5C374EA668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F2FA-ADA2-4495-834A-686022A7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500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9428-4384-4267-94FF-F5C374EA668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F2FA-ADA2-4495-834A-686022A7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22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9428-4384-4267-94FF-F5C374EA668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F2FA-ADA2-4495-834A-686022A7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785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9428-4384-4267-94FF-F5C374EA668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F2FA-ADA2-4495-834A-686022A7DD1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7660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9428-4384-4267-94FF-F5C374EA668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F2FA-ADA2-4495-834A-686022A7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642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9428-4384-4267-94FF-F5C374EA668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F2FA-ADA2-4495-834A-686022A7DD1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609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9428-4384-4267-94FF-F5C374EA668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F2FA-ADA2-4495-834A-686022A7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758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9428-4384-4267-94FF-F5C374EA668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F2FA-ADA2-4495-834A-686022A7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6467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9428-4384-4267-94FF-F5C374EA668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F2FA-ADA2-4495-834A-686022A7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228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29428-4384-4267-94FF-F5C374EA668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E55F2FA-ADA2-4495-834A-686022A7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1557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  <p:sldLayoutId id="2147483843" r:id="rId14"/>
    <p:sldLayoutId id="2147483844" r:id="rId15"/>
    <p:sldLayoutId id="214748384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EA32-23DA-CEA4-621A-E635FDEDA7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E-Commerce Sales &amp; Customer Analytics Dashboard</a:t>
            </a:r>
            <a:endParaRPr lang="en-IN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342E6A-DDB2-2EC2-B6E7-C4306C09B2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Shristi</a:t>
            </a:r>
          </a:p>
          <a:p>
            <a:r>
              <a:rPr lang="en-US" b="1" dirty="0"/>
              <a:t>Imarticus Learning </a:t>
            </a:r>
            <a:br>
              <a:rPr lang="en-US" b="1" dirty="0"/>
            </a:br>
            <a:r>
              <a:rPr lang="en-US" b="1" dirty="0"/>
              <a:t>SQL | Power BI Project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52231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2AF1F-090B-897E-8BB4-34207139D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4E859-C1A8-8224-6769-194014F8B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This project analyzes an e-commerce dataset to understand sales and customer behavior.</a:t>
            </a:r>
          </a:p>
          <a:p>
            <a:r>
              <a:rPr lang="en-US" sz="2000" dirty="0"/>
              <a:t>SQL was used to perform data analysis and calculate key metrics.</a:t>
            </a:r>
          </a:p>
          <a:p>
            <a:r>
              <a:rPr lang="en-US" sz="2000" dirty="0"/>
              <a:t>Power BI was used to create interactive dashboards.</a:t>
            </a:r>
          </a:p>
          <a:p>
            <a:r>
              <a:rPr lang="en-US" sz="2000" dirty="0"/>
              <a:t>The goal was to convert raw data into meaningful business insights.</a:t>
            </a:r>
          </a:p>
          <a:p>
            <a:r>
              <a:rPr lang="en-US" sz="2000" dirty="0"/>
              <a:t>Focused on sales, customers, and order performance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397537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FB58-183E-FCE5-0FFF-3A1F126A6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Business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973A9-5683-687F-AFDD-F489CD766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 err="1"/>
              <a:t>Analyze</a:t>
            </a:r>
            <a:r>
              <a:rPr lang="en-IN" sz="2000" dirty="0"/>
              <a:t> overall sales performance.</a:t>
            </a:r>
          </a:p>
          <a:p>
            <a:r>
              <a:rPr lang="en-US" sz="2000" dirty="0"/>
              <a:t>Identify top customers and high-performing products.</a:t>
            </a:r>
          </a:p>
          <a:p>
            <a:r>
              <a:rPr lang="en-US" sz="2000" dirty="0"/>
              <a:t>Track cancelled and late deliveries.</a:t>
            </a:r>
          </a:p>
          <a:p>
            <a:r>
              <a:rPr lang="en-US" sz="2000" dirty="0"/>
              <a:t>Understand repeat vs one-time customers.</a:t>
            </a:r>
          </a:p>
          <a:p>
            <a:r>
              <a:rPr lang="en-US" sz="2000" dirty="0"/>
              <a:t>Generate insights that can help improve business decisions.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916031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B24F-99B9-BE1B-1E69-60EF98440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E298B-9A94-0F0E-898B-54DC08B10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dataset contains information about customers, orders, products, and deliveries.</a:t>
            </a:r>
            <a:endParaRPr lang="en-IN" sz="2000" dirty="0"/>
          </a:p>
          <a:p>
            <a:r>
              <a:rPr lang="en-US" sz="2000" dirty="0"/>
              <a:t>It includes details like order date, product category, quantity, payment mode, and delivery status.</a:t>
            </a:r>
          </a:p>
          <a:p>
            <a:r>
              <a:rPr lang="en-US" sz="2000" dirty="0"/>
              <a:t>Multiple tables were connected using relationships in Power BI.</a:t>
            </a:r>
          </a:p>
          <a:p>
            <a:r>
              <a:rPr lang="en-US" sz="2000" dirty="0"/>
              <a:t>A one-to-many relationship was used between Customers → Orders and Orders → Order Details.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98216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3D69C-202C-E33E-3E7D-A44DE9FA7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SQL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15541-A10B-93D0-D07B-A20DFBDC4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Used JOIN operations to combine multiple tables.</a:t>
            </a:r>
          </a:p>
          <a:p>
            <a:r>
              <a:rPr lang="en-US" sz="2000" dirty="0"/>
              <a:t>Applied GROUP BY and aggregation functions to calculate revenue and KPIs</a:t>
            </a:r>
          </a:p>
          <a:p>
            <a:r>
              <a:rPr lang="en-US" sz="2000" dirty="0"/>
              <a:t>Identified repeat and one-time customers.</a:t>
            </a:r>
          </a:p>
          <a:p>
            <a:r>
              <a:rPr lang="en-US" sz="2000" dirty="0"/>
              <a:t>Analyzed cancellation rate and order performance.</a:t>
            </a:r>
          </a:p>
          <a:p>
            <a:r>
              <a:rPr lang="en-US" sz="2000" dirty="0"/>
              <a:t>Identified top customers by revenue . </a:t>
            </a:r>
          </a:p>
          <a:p>
            <a:r>
              <a:rPr lang="en-US" sz="2000" dirty="0"/>
              <a:t>Calculating average orders.</a:t>
            </a:r>
          </a:p>
          <a:p>
            <a:r>
              <a:rPr lang="en-US" sz="2000" dirty="0"/>
              <a:t>SQL helped in converting raw data into structured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762841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B7D53-8EF9-E87B-ED67-FEB59202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1" y="108154"/>
            <a:ext cx="7698658" cy="1263445"/>
          </a:xfrm>
        </p:spPr>
        <p:txBody>
          <a:bodyPr>
            <a:normAutofit/>
          </a:bodyPr>
          <a:lstStyle/>
          <a:p>
            <a:r>
              <a:rPr lang="en-IN" dirty="0"/>
              <a:t>Order Report Analysis</a:t>
            </a:r>
            <a:br>
              <a:rPr lang="en-IN" dirty="0"/>
            </a:br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9413119-73AA-5E0F-6FEC-C1C9FDD79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25" y="5087987"/>
            <a:ext cx="7876731" cy="14895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Analyzed total orders and cancellation trends.</a:t>
            </a:r>
          </a:p>
          <a:p>
            <a:r>
              <a:rPr lang="en-US" dirty="0"/>
              <a:t>Tracked late deliveries to understand service performance.</a:t>
            </a:r>
          </a:p>
          <a:p>
            <a:r>
              <a:rPr lang="en-US" dirty="0"/>
              <a:t>Identified order distribution across cities and categories.</a:t>
            </a:r>
          </a:p>
          <a:p>
            <a:r>
              <a:rPr lang="en-IN" dirty="0"/>
              <a:t>Helped evaluate operational efficiency.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F11689-2B44-ED1E-C2C6-F83FCCDC4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35" y="739876"/>
            <a:ext cx="7477433" cy="420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50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80D5F-F390-30BC-A1DB-BE9C9651D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30" y="246369"/>
            <a:ext cx="8289685" cy="948250"/>
          </a:xfrm>
        </p:spPr>
        <p:txBody>
          <a:bodyPr/>
          <a:lstStyle/>
          <a:p>
            <a:r>
              <a:rPr lang="en-IN" dirty="0"/>
              <a:t>Sales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6F209-C5ED-ED2E-3717-1148E876D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817" y="4999703"/>
            <a:ext cx="7965221" cy="166801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Analyzed total sales and quantity sold.</a:t>
            </a:r>
          </a:p>
          <a:p>
            <a:r>
              <a:rPr lang="en-US" dirty="0"/>
              <a:t>Calculated Average Order Value (AOV).</a:t>
            </a:r>
          </a:p>
          <a:p>
            <a:r>
              <a:rPr lang="en-US" dirty="0"/>
              <a:t>Studied monthly sales trends and year-over-year growth.</a:t>
            </a:r>
          </a:p>
          <a:p>
            <a:r>
              <a:rPr lang="en-US" dirty="0"/>
              <a:t>Identified top-performing products and categories.</a:t>
            </a:r>
          </a:p>
          <a:p>
            <a:r>
              <a:rPr lang="en-US" dirty="0"/>
              <a:t>Calculated Profit and Profit Margin % to evaluate business profitability.</a:t>
            </a:r>
            <a:endParaRPr lang="en-IN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2F53E9-95E2-A0E6-E35D-3D07DA518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084" y="811161"/>
            <a:ext cx="7965221" cy="399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248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955C7-D019-BA37-3717-8DD22ACC6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86" y="156238"/>
            <a:ext cx="8596668" cy="1215362"/>
          </a:xfrm>
        </p:spPr>
        <p:txBody>
          <a:bodyPr>
            <a:normAutofit/>
          </a:bodyPr>
          <a:lstStyle/>
          <a:p>
            <a:r>
              <a:rPr lang="en-IN" dirty="0"/>
              <a:t>Customer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C6F34-68C7-FD39-ADE7-AD23785F8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377168"/>
            <a:ext cx="8596668" cy="148083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Identified total and active customers.</a:t>
            </a:r>
          </a:p>
          <a:p>
            <a:r>
              <a:rPr lang="en-US" dirty="0"/>
              <a:t>Analyzed repeat vs one-time customers.</a:t>
            </a:r>
          </a:p>
          <a:p>
            <a:r>
              <a:rPr lang="en-US" dirty="0"/>
              <a:t>Calculated average orders per customer.</a:t>
            </a:r>
          </a:p>
          <a:p>
            <a:r>
              <a:rPr lang="en-US" dirty="0"/>
              <a:t>Highlighted top customers based on revenue contribution.</a:t>
            </a:r>
            <a:endParaRPr lang="en-IN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344A8E-1E1E-6450-5C2A-8DEA326D6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935" y="871829"/>
            <a:ext cx="7578116" cy="426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7860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1597-5FE7-A78E-71EB-79E75715F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B4A1A-2280-0F09-5365-0506F5F02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Top customers contribute a significant portion of total revenue, highlighting the importance of customer retention strategies.</a:t>
            </a:r>
          </a:p>
          <a:p>
            <a:r>
              <a:rPr lang="en-US" sz="2000" dirty="0"/>
              <a:t>Repeat customers generate higher lifetime value compared to one-time buyers.</a:t>
            </a:r>
          </a:p>
          <a:p>
            <a:r>
              <a:rPr lang="en-US" sz="2000" dirty="0"/>
              <a:t>Certain product categories consistently drive higher sales.</a:t>
            </a:r>
          </a:p>
          <a:p>
            <a:r>
              <a:rPr lang="en-US" sz="2000" dirty="0"/>
              <a:t> Monitoring cancellations and late deliveries is important for customer satisfaction.</a:t>
            </a:r>
          </a:p>
          <a:p>
            <a:r>
              <a:rPr lang="en-US" sz="2000" dirty="0"/>
              <a:t>Sales show seasonal trends across different months.</a:t>
            </a:r>
            <a:br>
              <a:rPr lang="en-US" sz="20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5768397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446D2-C5BC-D463-5CA8-A48F25DDE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 Faced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7566B-B79B-77EC-DA04-4CD53B15A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3983702"/>
          </a:xfrm>
        </p:spPr>
        <p:txBody>
          <a:bodyPr>
            <a:normAutofit/>
          </a:bodyPr>
          <a:lstStyle/>
          <a:p>
            <a:r>
              <a:rPr lang="en-US" sz="2400" dirty="0"/>
              <a:t>Understanding and creating proper relationships between tables.</a:t>
            </a:r>
          </a:p>
          <a:p>
            <a:r>
              <a:rPr lang="en-US" sz="2400" dirty="0"/>
              <a:t>Writing complex SQL joins across multiple tables.</a:t>
            </a:r>
          </a:p>
          <a:p>
            <a:r>
              <a:rPr lang="en-US" sz="2400" dirty="0"/>
              <a:t>Creating accurate DAX measures in Power BI.</a:t>
            </a:r>
          </a:p>
          <a:p>
            <a:r>
              <a:rPr lang="en-IN" sz="2400" dirty="0"/>
              <a:t>Interpreting business KPIs correctly.</a:t>
            </a:r>
          </a:p>
          <a:p>
            <a:r>
              <a:rPr lang="en-US" sz="2400" dirty="0"/>
              <a:t>Designing a clean and readable dashboard layout.</a:t>
            </a: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855926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87F31-84F6-31F0-7272-EF1DAA4C0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What I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61A3F-12DD-51AF-E754-2F9F90E43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How SQL is used to analyze structured business data.</a:t>
            </a:r>
          </a:p>
          <a:p>
            <a:r>
              <a:rPr lang="en-US" sz="2000" dirty="0"/>
              <a:t>How to connect multiple tables using proper data modeling.</a:t>
            </a:r>
          </a:p>
          <a:p>
            <a:r>
              <a:rPr lang="en-US" sz="2000" dirty="0"/>
              <a:t>How to calculate KPIs like revenue, AOV, and customer lifetime value.</a:t>
            </a:r>
          </a:p>
          <a:p>
            <a:r>
              <a:rPr lang="en-US" sz="2000" dirty="0"/>
              <a:t>How to design interactive dashboards in Power BI.</a:t>
            </a:r>
            <a:br>
              <a:rPr lang="en-US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54191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A59A4-7606-D8D9-1EF5-40120F92C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32EA9-2001-00A5-05B0-5E2F7DDA5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demonstrates an end-to-end data analysis workflow.</a:t>
            </a:r>
          </a:p>
          <a:p>
            <a:r>
              <a:rPr lang="en-US" dirty="0"/>
              <a:t>SQL was used to extract and analyze business insights.</a:t>
            </a:r>
          </a:p>
          <a:p>
            <a:r>
              <a:rPr lang="en-US" dirty="0"/>
              <a:t>Power BI was used to visualize KPIs and trends.</a:t>
            </a:r>
          </a:p>
          <a:p>
            <a:r>
              <a:rPr lang="en-US" dirty="0"/>
              <a:t>This project strengthened my analytical thinking and helped me understand how data supports business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66458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1C3A-4685-021D-166F-2CB99AC5F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818" y="21082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solidFill>
                  <a:schemeClr val="accent2"/>
                </a:solidFill>
              </a:rPr>
              <a:t>THANK YOU </a:t>
            </a:r>
            <a:endParaRPr lang="en-IN" sz="8000" dirty="0">
              <a:solidFill>
                <a:schemeClr val="accent2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6E1637-A57C-7378-D135-B52199A1853A}"/>
              </a:ext>
            </a:extLst>
          </p:cNvPr>
          <p:cNvSpPr/>
          <p:nvPr/>
        </p:nvSpPr>
        <p:spPr>
          <a:xfrm>
            <a:off x="1268361" y="1253613"/>
            <a:ext cx="7801897" cy="3082413"/>
          </a:xfrm>
          <a:prstGeom prst="ellipse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>
            <a:prstTxWarp prst="textSlantUp">
              <a:avLst/>
            </a:prstTxWarp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ln/>
                <a:solidFill>
                  <a:schemeClr val="accent3"/>
                </a:solidFill>
              </a:rPr>
              <a:t>THANK YOU </a:t>
            </a:r>
            <a:endParaRPr lang="en-IN" sz="1600" b="1" dirty="0">
              <a:ln/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3880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218</TotalTime>
  <Words>523</Words>
  <Application>Microsoft Office PowerPoint</Application>
  <PresentationFormat>Widescreen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E-Commerce Sales &amp; Customer Analytics Dashboard</vt:lpstr>
      <vt:lpstr>Project Overview</vt:lpstr>
      <vt:lpstr>Business Objectives</vt:lpstr>
      <vt:lpstr>Dataset Description</vt:lpstr>
      <vt:lpstr>SQL Analysis</vt:lpstr>
      <vt:lpstr>Order Report Analysis </vt:lpstr>
      <vt:lpstr>Sales Performance Analysis</vt:lpstr>
      <vt:lpstr>Customer Analysis </vt:lpstr>
      <vt:lpstr>Key Insights</vt:lpstr>
      <vt:lpstr>Challenges Faced </vt:lpstr>
      <vt:lpstr>What I Learned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 jain</dc:creator>
  <cp:lastModifiedBy>shri jain</cp:lastModifiedBy>
  <cp:revision>1</cp:revision>
  <dcterms:created xsi:type="dcterms:W3CDTF">2026-02-14T17:02:58Z</dcterms:created>
  <dcterms:modified xsi:type="dcterms:W3CDTF">2026-02-16T16:04:42Z</dcterms:modified>
</cp:coreProperties>
</file>